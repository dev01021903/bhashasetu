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828800"/>
            <a:ext cx="2743200" cy="1828800"/>
          </a:xfrm>
          <a:prstGeom prst="roundRect">
            <a:avLst/>
          </a:prstGeom>
          <a:solidFill>
            <a:srgbClr val="14B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828800"/>
            <a:ext cx="2743200" cy="1828800"/>
          </a:xfrm>
          <a:prstGeom prst="roundRect">
            <a:avLst/>
          </a:prstGeom>
          <a:solidFill>
            <a:srgbClr val="14B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828800"/>
            <a:ext cx="2743200" cy="1828800"/>
          </a:xfrm>
          <a:prstGeom prst="roundRect">
            <a:avLst/>
          </a:prstGeom>
          <a:solidFill>
            <a:srgbClr val="14B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3</a:t>
            </a:r>
          </a:p>
        </p:txBody>
      </p:sp>
    </p:spTree>
  </p:cSld>
  <p:clrMapOvr>
    <a:masterClrMapping/>
  </p:clrMapOvr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